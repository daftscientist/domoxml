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ns0:sld xmlns:ns0="http://schemas.openxmlformats.org/presentationml/2006/main" xmlns:ns1="http://schemas.openxmlformats.org/drawingml/2006/main" xmlns:ns2="urn:domoxml:canvas-ir:1">
  <ns0:cSld>
    <ns0:bg>
      <ns0:bgPr>
        <ns1:solidFill>
          <ns1:srgbClr val="F8FA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Shape 2"/>
          <ns0:cNvSpPr/>
          <ns0:nvPr>
            <ns0:extLst>
              <ns0:ext uri="{A6E4A7B1-9D9C-4E8F-A94B-22CB18A8D72F}">
                <ns2:node id="node-1"/>
              </ns0:ext>
            </ns0:extLst>
          </ns0:nvPr>
        </ns0:nvSpPr>
        <ns0:spPr>
          <ns1:xfrm>
            <ns1:off x="2400000" y="1700000"/>
            <ns1:ext cx="7400000" cy="3300000"/>
          </ns1:xfrm>
          <ns1:prstGeom prst="roundRect">
            <ns1:avLst/>
          </ns1:prstGeom>
          <ns1:solidFill>
            <ns1:srgbClr val="2563EB"/>
          </ns1:solidFill>
          <ns1:ln w="38100" cap="flat">
            <ns1:solidFill>
              <ns1:srgbClr val="FACC15"/>
            </ns1:solidFill>
            <ns1:prstDash val="solid"/>
            <ns1:round/>
          </ns1:ln>
          <ns1:effectDag type="tree" name="domoxml-adversarial-root">
            <ns1:cont type="sib" name="shadow-branch">
              <ns1:outerShdw blurRad="381000" dist="600000" dir="2700000">
                <ns1:srgbClr val="E11D48">
                  <ns1:alpha val="85000"/>
                </ns1:srgbClr>
              </ns1:outerShdw>
              <ns1:effect ref="fill"/>
            </ns1:cont>
          </ns1:effectDag>
        </ns0:spPr>
        <ns0:txBody>
          <ns1:bodyPr wrap="square" anchor="t" lIns="0" rIns="0" tIns="0" bIns="0">
            <ns1:normAutofit/>
          </ns1:bodyPr>
          <ns1:lstStyle/>
          <ns1:p>
            <ns1:pPr algn="ctr"/>
            <ns1:r>
              <ns1:rPr lang="en-US" sz="2800" b="1" i="0" dirty="0">
                <ns1:solidFill>
                  <ns1:srgbClr val="FFFFFF"/>
                </ns1:solidFill>
                <ns1:latin typeface="Arial"/>
              </ns1:rPr>
              <ns1:t>NESTED TREE GRAPH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domOXML">
  <a:themeElements>
    <a:clrScheme name="domOXM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omOXM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