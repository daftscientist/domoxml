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extLst>
              <p:ext uri="{A6E4A7B1-9D9C-4E8F-A94B-22CB18A8D72F}">
                <dx:node xmlns:dx="urn:domoxml:canvas-ir:1" id="node-1"/>
              </p:ext>
            </p:extLst>
          </p:nvPr>
        </p:nvSpPr>
        <p:spPr>
          <a:xfrm rot="1800000">
            <a:off x="2600000" y="1900000"/>
            <a:ext cx="4000000" cy="1800000"/>
          </a:xfrm>
          <a:prstGeom prst="rect">
            <a:avLst/>
          </a:prstGeom>
          <a:solidFill>
            <a:srgbClr val="143C8C"/>
          </a:solidFill>
          <a:effectLst>
            <a:fillOverlay blend="over">
              <a:solidFill>
                <a:srgbClr val="FF2850">
                  <a:alpha val="75000"/>
                </a:srgbClr>
              </a:solidFill>
            </a:fillOverlay>
          </a:effectLst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domOXML">
  <a:themeElements>
    <a:clrScheme name="domOXM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domOXML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