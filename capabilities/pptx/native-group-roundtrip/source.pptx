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hape 2"/>
          <p:cNvSpPr/>
          <p:nvPr>
            <p:extLst>
              <p:ext uri="{A6E4A7B1-9D9C-4E8F-A94B-22CB18A8D72F}">
                <dx:node xmlns:dx="urn:domoxml:canvas-ir:1" id="before"/>
              </p:ext>
            </p:extLst>
          </p:nvPr>
        </p:nvSpPr>
        <p:spPr>
          <a:xfrm>
            <a:off x="1143000" y="857250"/>
            <a:ext cx="7810500" cy="4476750"/>
          </a:xfrm>
          <a:prstGeom prst="rect">
            <a:avLst/>
          </a:prstGeom>
          <a:solidFill>
            <a:srgbClr val="E2E8F0"/>
          </a:solidFill>
        </p:spPr>
      </p:sp>
      <p:grpSp>
        <p:nvGrpSpPr>
          <p:cNvPr id="3" name="Group 3"/>
          <p:cNvGrpSpPr/>
          <p:nvPr>
            <p:extLst>
              <p:ext uri="{A6E4A7B1-9D9C-4E8F-A94B-22CB18A8D72F}">
                <dx:node xmlns:dx="urn:domoxml:canvas-ir:1" id="native-group"/>
              </p:ext>
            </p:extLst>
          </p:nvPr>
        </p:nvGrpSpPr>
        <p:grpSpPr>
          <a:xfrm>
            <a:off x="2381250" y="1428750"/>
            <a:ext cx="5715000" cy="3429000"/>
            <a:chOff x="476250" y="381000"/>
            <a:chExt cx="2857500" cy="1714500"/>
          </a:xfrm>
        </p:grpSpPr>
        <p:sp>
          <p:nvSpPr>
            <p:cNvPr id="4" name="Shape 4"/>
            <p:cNvSpPr/>
            <p:nvPr>
              <p:extLst>
                <p:ext uri="{A6E4A7B1-9D9C-4E8F-A94B-22CB18A8D72F}">
                  <dx:node xmlns:dx="urn:domoxml:canvas-ir:1" id="group-red"/>
                </p:ext>
              </p:extLst>
            </p:nvPr>
          </p:nvSpPr>
          <p:spPr>
            <a:xfrm>
              <a:off x="476250" y="381000"/>
              <a:ext cx="1714500" cy="1143000"/>
            </a:xfrm>
            <a:prstGeom prst="roundRect">
              <a:avLst>
                <a:gd name="adj" fmla="val 11667"/>
              </a:avLst>
            </a:prstGeom>
            <a:solidFill>
              <a:srgbClr val="EF4444"/>
            </a:solidFill>
          </p:spPr>
        </p:sp>
        <p:sp>
          <p:nvSpPr>
            <p:cNvPr id="5" name="Shape 5"/>
            <p:cNvSpPr/>
            <p:nvPr>
              <p:extLst>
                <p:ext uri="{A6E4A7B1-9D9C-4E8F-A94B-22CB18A8D72F}">
                  <dx:node xmlns:dx="urn:domoxml:canvas-ir:1" id="group-blue"/>
                </p:ext>
              </p:extLst>
            </p:nvPr>
          </p:nvSpPr>
          <p:spPr>
            <a:xfrm>
              <a:off x="1524000" y="762000"/>
              <a:ext cx="1524000" cy="952500"/>
            </a:xfrm>
            <a:prstGeom prst="ellipse">
              <a:avLst/>
            </a:prstGeom>
            <a:solidFill>
              <a:srgbClr val="2563EB">
                <a:alpha val="82000"/>
              </a:srgbClr>
            </a:solidFill>
          </p:spPr>
        </p:sp>
      </p:grpSp>
      <p:sp>
        <p:nvSpPr>
          <p:cNvPr id="6" name="Shape 6"/>
          <p:cNvSpPr/>
          <p:nvPr>
            <p:extLst>
              <p:ext uri="{A6E4A7B1-9D9C-4E8F-A94B-22CB18A8D72F}">
                <dx:node xmlns:dx="urn:domoxml:canvas-ir:1" id="after"/>
              </p:ext>
            </p:extLst>
          </p:nvPr>
        </p:nvSpPr>
        <p:spPr>
          <a:xfrm>
            <a:off x="5905500" y="3143250"/>
            <a:ext cx="2476500" cy="1428750"/>
          </a:xfrm>
          <a:prstGeom prst="rect">
            <a:avLst/>
          </a:prstGeom>
          <a:solidFill>
            <a:srgbClr val="F59E0B">
              <a:alpha val="72000"/>
            </a:srgbClr>
          </a:solid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domOXML">
  <a:themeElements>
    <a:clrScheme name="domOXML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domOXML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