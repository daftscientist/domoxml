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p16="http://schemas.microsoft.com/office/powerpoint/2015/main">
        <mc:Choice Requires="p16">
          <p:sp>
            <p:nvSpPr>
              <p:cNvPr id="2" name="Shape 2" hidden="1"/>
              <p:cNvSpPr/>
              <p:nvPr>
                <p:extLst>
                  <p:ext uri="{A6E4A7B1-9D9C-4E8F-A94B-22CB18A8D72F}">
                    <dx:node xmlns:dx="urn:domoxml:canvas-ir:1" id="custom-path-owned-effects" effectIntent="{&quot;version&quot;:1,&quot;effects&quot;:[{&quot;kind&quot;:&quot;shadow&quot;,&quot;color&quot;:{&quot;r&quot;:15,&quot;g&quot;:23,&quot;b&quot;:42,&quot;a&quot;:0.58},&quot;blur_emu&quot;:228600,&quot;distance_emu&quot;:270748,&quot;direction_deg&quot;:50.71,&quot;inset&quot;:false,&quot;spread_emu&quot;:-38100},{&quot;kind&quot;:&quot;shadow&quot;,&quot;color&quot;:{&quot;r&quot;:255,&quot;g&quot;:255,&quot;b&quot;:255,&quot;a&quot;:0.72},&quot;blur_emu&quot;:114300,&quot;distance_emu&quot;:60960,&quot;direction_deg&quot;:51.34,&quot;inset&quot;:true,&quot;spread_emu&quot;:19050},{&quot;kind&quot;:&quot;shadow&quot;,&quot;color&quot;:{&quot;r&quot;:225,&quot;g&quot;:29,&quot;b&quot;:72,&quot;a&quot;:0.55},&quot;blur_emu&quot;:171450,&quot;distance_emu&quot;:202502,&quot;direction_deg&quot;:138.81,&quot;inset&quot;:false,&quot;spread_emu&quot;:0}],&quot;container&quot;:&quot;list&quot;,&quot;source_ref&quot;:&quot;fill&quot;,&quot;native_projection&quot;:&quot;schema_subset&quot;}"/>
                  </p:ext>
                </p:extLst>
              </p:nvPr>
            </p:nvSpPr>
            <p:spPr>
              <a:xfrm>
                <a:off x="3238500" y="2038350"/>
                <a:ext cx="5715000" cy="2552700"/>
              </a:xfrm>
              <a:custGeom>
                <a:avLst/>
                <a:gdLst/>
                <a:ahLst/>
                <a:cxnLst/>
                <a:rect l="0" t="0" r="r" b="b"/>
                <a:pathLst>
                  <a:path w="5715000" h="2552700">
                    <a:moveTo>
                      <a:pt x="381000" y="1276350"/>
                    </a:moveTo>
                    <a:cubicBezTo>
                      <a:pt x="381000" y="428625"/>
                      <a:pt x="1190625" y="171450"/>
                      <a:pt x="1952625" y="495300"/>
                    </a:cubicBezTo>
                    <a:lnTo>
                      <a:pt x="2857500" y="895350"/>
                    </a:lnTo>
                    <a:lnTo>
                      <a:pt x="3762375" y="495300"/>
                    </a:lnTo>
                    <a:cubicBezTo>
                      <a:pt x="4524375" y="171450"/>
                      <a:pt x="5334000" y="428625"/>
                      <a:pt x="5334000" y="1276350"/>
                    </a:cubicBezTo>
                    <a:cubicBezTo>
                      <a:pt x="5334000" y="2124075"/>
                      <a:pt x="4524375" y="2381250"/>
                      <a:pt x="3762375" y="2057400"/>
                    </a:cubicBezTo>
                    <a:lnTo>
                      <a:pt x="2857500" y="1657350"/>
                    </a:lnTo>
                    <a:lnTo>
                      <a:pt x="1952625" y="2057400"/>
                    </a:lnTo>
                    <a:cubicBezTo>
                      <a:pt x="1190625" y="2381250"/>
                      <a:pt x="381000" y="2124075"/>
                      <a:pt x="381000" y="1276350"/>
                    </a:cubicBezTo>
                    <a:close/>
                  </a:path>
                </a:pathLst>
              </a:custGeom>
              <a:solidFill>
                <a:srgbClr val="2563EB"/>
              </a:solidFill>
              <a:effectLst>
                <a:innerShdw blurRad="133350" dist="60960" dir="3080400">
                  <a:srgbClr val="FFFFFF">
                    <a:alpha val="72000"/>
                  </a:srgbClr>
                </a:innerShdw>
                <a:outerShdw blurRad="228600" dist="270748" dir="3042600" sx="98667" sy="97015">
                  <a:srgbClr val="0F172A">
                    <a:alpha val="58000"/>
                  </a:srgbClr>
                </a:outerShdw>
              </a:effectLst>
            </p:spPr>
          </p:sp>
          <p:pic>
            <p:nvPicPr>
              <p:cNvPr id="3" name="Picture 3" descr="domoxml-raster:portable-effect-fallback"/>
              <p:cNvPicPr>
                <a:picLocks noChangeAspect="1"/>
              </p:cNvPicPr>
              <p:nvPr>
                <p:extLst>
                  <p:ext uri="{A6E4A7B1-9D9C-4E8F-A94B-22CB18A8D72F}">
                    <dx:node xmlns:dx="urn:domoxml:canvas-ir:1" id="custom-path-owned-effects"/>
                  </p:ext>
                </p:extLst>
              </p:nvPr>
            </p:nvPicPr>
            <p:blipFill>
              <a:blip r:embed="rId2"/>
              <a:stretch>
                <a:fillRect/>
              </a:stretch>
            </p:blipFill>
            <p:spPr>
              <a:xfrm>
                <a:off x="2667000" y="1619250"/>
                <a:ext cx="6858000" cy="3619500"/>
              </a:xfrm>
              <a:prstGeom prst="rect">
                <a:avLst/>
              </a:prstGeom>
            </p:spPr>
          </p:pic>
        </mc:Choice>
        <mc:Fallback>
          <p:pic>
            <p:nvPicPr>
              <p:cNvPr id="4" name="Picture 4" descr="domoxml-raster:portable-effect-fallback"/>
              <p:cNvPicPr>
                <a:picLocks noChangeAspect="1"/>
              </p:cNvPicPr>
              <p:nvPr>
                <p:extLst>
                  <p:ext uri="{A6E4A7B1-9D9C-4E8F-A94B-22CB18A8D72F}">
                    <dx:node xmlns:dx="urn:domoxml:canvas-ir:1" id="custom-path-owned-effects"/>
                  </p:ext>
                </p:extLst>
              </p:nvPr>
            </p:nvPicPr>
            <p:blipFill>
              <a:blip r:embed="rId2"/>
              <a:stretch>
                <a:fillRect/>
              </a:stretch>
            </p:blipFill>
            <p:spPr>
              <a:xfrm>
                <a:off x="2667000" y="1619250"/>
                <a:ext cx="6858000" cy="36195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domOXML">
  <a:themeElements>
    <a:clrScheme name="domOXM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omOXM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