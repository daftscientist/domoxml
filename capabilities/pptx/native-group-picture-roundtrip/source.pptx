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extLst>
              <p:ext uri="{A6E4A7B1-9D9C-4E8F-A94B-22CB18A8D72F}">
                <dx:node xmlns:dx="urn:domoxml:canvas-ir:1" id="picture-before"/>
              </p:ext>
            </p:extLst>
          </p:nvPr>
        </p:nvSpPr>
        <p:spPr>
          <a:xfrm>
            <a:off x="1143000" y="2000250"/>
            <a:ext cx="1809750" cy="2190750"/>
          </a:xfrm>
          <a:prstGeom prst="rect">
            <a:avLst/>
          </a:prstGeom>
          <a:solidFill>
            <a:srgbClr val="0F172A"/>
          </a:solidFill>
        </p:spPr>
      </p:sp>
      <p:grpSp>
        <p:nvGrpSpPr>
          <p:cNvPr id="3" name="Group 3"/>
          <p:cNvGrpSpPr/>
          <p:nvPr>
            <p:extLst>
              <p:ext uri="{A6E4A7B1-9D9C-4E8F-A94B-22CB18A8D72F}">
                <dx:node xmlns:dx="urn:domoxml:canvas-ir:1" id="picture-group"/>
              </p:ext>
            </p:extLst>
          </p:nvPr>
        </p:nvGrpSpPr>
        <p:grpSpPr>
          <a:xfrm>
            <a:off x="2095500" y="1333500"/>
            <a:ext cx="7239000" cy="4000500"/>
            <a:chOff x="190500" y="285750"/>
            <a:chExt cx="3619500" cy="2000250"/>
          </a:xfrm>
        </p:grpSpPr>
        <p:pic>
          <p:nvPicPr>
            <p:cNvPr id="4" name="Picture 4"/>
            <p:cNvPicPr>
              <a:picLocks noChangeAspect="1"/>
            </p:cNvPicPr>
            <p:nvPr>
              <p:extLst>
                <p:ext uri="{A6E4A7B1-9D9C-4E8F-A94B-22CB18A8D72F}">
                  <dx:node xmlns:dx="urn:domoxml:canvas-ir:1" id="group-picture"/>
                </p:ext>
              </p:extLst>
            </p:nvPr>
          </p:nvPicPr>
          <p:blipFill>
            <a:blip r:embed="rId2"/>
            <a:srcRect l="12500" r="12500"/>
            <a:stretch>
              <a:fillRect/>
            </a:stretch>
          </p:blipFill>
          <p:spPr>
            <a:xfrm>
              <a:off x="190500" y="285750"/>
              <a:ext cx="2857500" cy="2000250"/>
            </a:xfrm>
            <a:prstGeom prst="rect">
              <a:avLst/>
            </a:prstGeom>
          </p:spPr>
        </p:pic>
        <p:sp>
          <p:nvSpPr>
            <p:cNvPr id="5" name="Shape 5"/>
            <p:cNvSpPr/>
            <p:nvPr>
              <p:extLst>
                <p:ext uri="{A6E4A7B1-9D9C-4E8F-A94B-22CB18A8D72F}">
                  <dx:node xmlns:dx="urn:domoxml:canvas-ir:1" id="group-yellow"/>
                </p:ext>
              </p:extLst>
            </p:nvPr>
          </p:nvSpPr>
          <p:spPr>
            <a:xfrm>
              <a:off x="2667000" y="762000"/>
              <a:ext cx="1143000" cy="1047750"/>
            </a:xfrm>
            <a:prstGeom prst="rect">
              <a:avLst/>
            </a:prstGeom>
            <a:solidFill>
              <a:srgbClr val="FACC15">
                <a:alpha val="86000"/>
              </a:srgbClr>
            </a:solidFill>
          </p:spPr>
        </p:sp>
      </p:grpSp>
      <p:sp>
        <p:nvSpPr>
          <p:cNvPr id="6" name="Shape 6"/>
          <p:cNvSpPr/>
          <p:nvPr>
            <p:extLst>
              <p:ext uri="{A6E4A7B1-9D9C-4E8F-A94B-22CB18A8D72F}">
                <dx:node xmlns:dx="urn:domoxml:canvas-ir:1" id="picture-after"/>
              </p:ext>
            </p:extLst>
          </p:nvPr>
        </p:nvSpPr>
        <p:spPr>
          <a:xfrm>
            <a:off x="8572500" y="2857500"/>
            <a:ext cx="1809750" cy="1524000"/>
          </a:xfrm>
          <a:prstGeom prst="rect">
            <a:avLst/>
          </a:prstGeom>
          <a:solidFill>
            <a:srgbClr val="14B8A6">
              <a:alpha val="78000"/>
            </a:srgbClr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domOXML">
  <a:themeElements>
    <a:clrScheme name="domOXM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domOXML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