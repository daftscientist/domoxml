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urn:domoxml:canvas-ir:1" xmlns:ns2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Shape 2"/>
          <ns0:cNvSpPr/>
          <ns0:nvPr>
            <ns0:extLst>
              <ns0:ext uri="{A6E4A7B1-9D9C-4E8F-A94B-22CB18A8D72F}">
                <ns1:node id="node-1"/>
              </ns0:ext>
            </ns0:extLst>
          </ns0:nvPr>
        </ns0:nvSpPr>
        <ns0:spPr>
          <ns2:xfrm>
            <ns2:off x="3000000" y="2000000"/>
            <ns2:ext cx="6000000" cy="2500000"/>
          </ns2:xfrm>
          <ns2:prstGeom prst="rect">
            <ns2:avLst/>
          </ns2:prstGeom>
          <ns2:solidFill>
            <ns2:srgbClr val="2563EB"/>
          </ns2:solidFill>
          <ns2:effectLst>
            <ns2:prstShdw prst="shdw3" dist="550000" dir="2700000">
              <ns2:srgbClr val="141419">
                <ns2:alpha val="65000"/>
              </ns2:srgbClr>
            </ns2:prstShdw>
          </ns2:effectLst>
        </ns0:spPr>
      </ns0:sp>
    </ns0:spTree>
  </ns0:cSld>
  <ns0:clrMapOvr>
    <ns2:masterClrMapping/>
  </ns0:clrMapOvr>
</ns0:sld>
</file>

<file path=ppt/theme/theme1.xml><?xml version="1.0" encoding="utf-8"?>
<a:theme xmlns:a="http://schemas.openxmlformats.org/drawingml/2006/main" name="domOXML">
  <a:themeElements>
    <a:clrScheme name="domOXM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mOXM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