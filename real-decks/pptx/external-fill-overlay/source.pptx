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/>
          <p:nvPr/>
        </p:nvSpPr>
        <p:spPr>
          <a:xfrm>
            <a:off x="838200" y="965200"/>
            <a:ext cx="2095500" cy="142240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fillOverlay blend="mult">
              <a:solidFill>
                <a:srgbClr val="F43F5E">
                  <a:alpha val="72157"/>
                </a:srgbClr>
              </a:solidFill>
            </a:fillOverlay>
          </a:effectLst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Arial"/>
                <a:solidFill>
                  <a:srgbClr val="FFFFFF"/>
                </a:solidFill>
              </a:rPr>
              <a:t>MULTIPLY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3441700" y="965200"/>
            <a:ext cx="2095500" cy="1422400"/>
          </a:xfrm>
          <a:prstGeom prst="rect">
            <a:avLst/>
          </a:prstGeom>
          <a:solidFill>
            <a:srgbClr val="293241"/>
          </a:solidFill>
          <a:ln>
            <a:noFill/>
          </a:ln>
          <a:effectLst>
            <a:fillOverlay blend="screen">
              <a:solidFill>
                <a:srgbClr val="FFD666">
                  <a:alpha val="67843"/>
                </a:srgbClr>
              </a:solidFill>
            </a:fillOverlay>
          </a:effectLst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Arial"/>
                <a:solidFill>
                  <a:srgbClr val="FFFFFF"/>
                </a:solidFill>
              </a:rPr>
              <a:t>SCREEN</a:t>
            </a:r>
          </a:p>
        </p:txBody>
      </p:sp>
      <p:sp>
        <p:nvSpPr>
          <p:cNvPr id="4" name="Rectangle 4"/>
          <p:cNvSpPr txBox="1"/>
          <p:nvPr/>
        </p:nvSpPr>
        <p:spPr>
          <a:xfrm>
            <a:off x="6045200" y="965200"/>
            <a:ext cx="2095500" cy="1422400"/>
          </a:xfrm>
          <a:prstGeom prst="rect">
            <a:avLst/>
          </a:prstGeom>
          <a:solidFill>
            <a:srgbClr val="7DD3FC"/>
          </a:solidFill>
          <a:ln>
            <a:noFill/>
          </a:ln>
          <a:effectLst>
            <a:fillOverlay blend="darken">
              <a:solidFill>
                <a:srgbClr val="1E40AF">
                  <a:alpha val="76078"/>
                </a:srgbClr>
              </a:solidFill>
            </a:fillOverlay>
          </a:effectLst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Arial"/>
                <a:solidFill>
                  <a:srgbClr val="FFFFFF"/>
                </a:solidFill>
              </a:rPr>
              <a:t>DARKEN</a:t>
            </a:r>
          </a:p>
        </p:txBody>
      </p:sp>
      <p:sp>
        <p:nvSpPr>
          <p:cNvPr id="5" name="Rectangle 5"/>
          <p:cNvSpPr txBox="1"/>
          <p:nvPr/>
        </p:nvSpPr>
        <p:spPr>
          <a:xfrm>
            <a:off x="838200" y="2997200"/>
            <a:ext cx="2095500" cy="1422400"/>
          </a:xfrm>
          <a:prstGeom prst="rect">
            <a:avLst/>
          </a:prstGeom>
          <a:solidFill>
            <a:srgbClr val="312E81"/>
          </a:solidFill>
          <a:ln>
            <a:noFill/>
          </a:ln>
          <a:effectLst>
            <a:fillOverlay blend="lighten">
              <a:solidFill>
                <a:srgbClr val="34D399">
                  <a:alpha val="72157"/>
                </a:srgbClr>
              </a:solidFill>
            </a:fillOverlay>
          </a:effectLst>
        </p:spPr>
        <p:style>
          <a:lnRef idx="0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Arial"/>
                <a:solidFill>
                  <a:srgbClr val="FFFFFF"/>
                </a:solidFill>
              </a:rPr>
              <a:t>LIGHTEN</a:t>
            </a:r>
          </a:p>
        </p:txBody>
      </p:sp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